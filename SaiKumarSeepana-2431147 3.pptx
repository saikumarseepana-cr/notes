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A6ED31-946A-43C0-BD9E-E12C7D51BA3B}" v="1" dt="2026-05-06T10:04:26.4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2" d="100"/>
          <a:sy n="122" d="100"/>
        </p:scale>
        <p:origin x="114"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pana, Sai Kumar (Cognizant)" userId="9afa4be4-a058-4aca-9a0f-2312558d09ae" providerId="ADAL" clId="{601BF771-37CC-44D4-BD6E-AF47B9C853D1}"/>
    <pc:docChg chg="modSld">
      <pc:chgData name="Seepana, Sai Kumar (Cognizant)" userId="9afa4be4-a058-4aca-9a0f-2312558d09ae" providerId="ADAL" clId="{601BF771-37CC-44D4-BD6E-AF47B9C853D1}" dt="2026-05-06T10:04:26.457" v="0" actId="1076"/>
      <pc:docMkLst>
        <pc:docMk/>
      </pc:docMkLst>
      <pc:sldChg chg="modSp">
        <pc:chgData name="Seepana, Sai Kumar (Cognizant)" userId="9afa4be4-a058-4aca-9a0f-2312558d09ae" providerId="ADAL" clId="{601BF771-37CC-44D4-BD6E-AF47B9C853D1}" dt="2026-05-06T10:04:26.457" v="0" actId="1076"/>
        <pc:sldMkLst>
          <pc:docMk/>
          <pc:sldMk cId="3854828960" sldId="258"/>
        </pc:sldMkLst>
        <pc:picChg chg="mod">
          <ac:chgData name="Seepana, Sai Kumar (Cognizant)" userId="9afa4be4-a058-4aca-9a0f-2312558d09ae" providerId="ADAL" clId="{601BF771-37CC-44D4-BD6E-AF47B9C853D1}" dt="2026-05-06T10:04:26.457" v="0" actId="1076"/>
          <ac:picMkLst>
            <pc:docMk/>
            <pc:sldMk cId="3854828960" sldId="258"/>
            <ac:picMk id="11" creationId="{2B9DBF47-9C20-87D8-28C2-630962B38C4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E86B1-45C0-1A8F-2BC9-D10A75F803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E39FD22-C7E8-6B36-3B5D-F93F73BC84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BF84E2B-E853-AFED-74BB-0FF76A46BB93}"/>
              </a:ext>
            </a:extLst>
          </p:cNvPr>
          <p:cNvSpPr>
            <a:spLocks noGrp="1"/>
          </p:cNvSpPr>
          <p:nvPr>
            <p:ph type="dt" sz="half" idx="10"/>
          </p:nvPr>
        </p:nvSpPr>
        <p:spPr/>
        <p:txBody>
          <a:bodyPr/>
          <a:lstStyle/>
          <a:p>
            <a:fld id="{7145C9F3-4BA7-4694-8AB3-2B229346A36B}" type="datetimeFigureOut">
              <a:rPr lang="en-IN" smtClean="0"/>
              <a:t>06-05-2026</a:t>
            </a:fld>
            <a:endParaRPr lang="en-IN"/>
          </a:p>
        </p:txBody>
      </p:sp>
      <p:sp>
        <p:nvSpPr>
          <p:cNvPr id="5" name="Footer Placeholder 4">
            <a:extLst>
              <a:ext uri="{FF2B5EF4-FFF2-40B4-BE49-F238E27FC236}">
                <a16:creationId xmlns:a16="http://schemas.microsoft.com/office/drawing/2014/main" id="{D5C0ACFF-261A-C1C7-97BC-B339A7E068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A58A6F-B114-EF33-BC7C-0FA180A9F078}"/>
              </a:ext>
            </a:extLst>
          </p:cNvPr>
          <p:cNvSpPr>
            <a:spLocks noGrp="1"/>
          </p:cNvSpPr>
          <p:nvPr>
            <p:ph type="sldNum" sz="quarter" idx="12"/>
          </p:nvPr>
        </p:nvSpPr>
        <p:spPr/>
        <p:txBody>
          <a:bodyPr/>
          <a:lstStyle/>
          <a:p>
            <a:fld id="{3EEC76AE-3F34-498D-9C75-7936073CD3CA}" type="slidenum">
              <a:rPr lang="en-IN" smtClean="0"/>
              <a:t>‹#›</a:t>
            </a:fld>
            <a:endParaRPr lang="en-IN"/>
          </a:p>
        </p:txBody>
      </p:sp>
    </p:spTree>
    <p:extLst>
      <p:ext uri="{BB962C8B-B14F-4D97-AF65-F5344CB8AC3E}">
        <p14:creationId xmlns:p14="http://schemas.microsoft.com/office/powerpoint/2010/main" val="215075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1F19-D27E-4CBC-68A1-F89B6A94300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0BAF62-BFA1-1195-A49D-6F51A7B3CE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E72EDD-E0E0-B9D1-D8E2-B0F248CFCA2A}"/>
              </a:ext>
            </a:extLst>
          </p:cNvPr>
          <p:cNvSpPr>
            <a:spLocks noGrp="1"/>
          </p:cNvSpPr>
          <p:nvPr>
            <p:ph type="dt" sz="half" idx="10"/>
          </p:nvPr>
        </p:nvSpPr>
        <p:spPr/>
        <p:txBody>
          <a:bodyPr/>
          <a:lstStyle/>
          <a:p>
            <a:fld id="{7145C9F3-4BA7-4694-8AB3-2B229346A36B}" type="datetimeFigureOut">
              <a:rPr lang="en-IN" smtClean="0"/>
              <a:t>06-05-2026</a:t>
            </a:fld>
            <a:endParaRPr lang="en-IN"/>
          </a:p>
        </p:txBody>
      </p:sp>
      <p:sp>
        <p:nvSpPr>
          <p:cNvPr id="5" name="Footer Placeholder 4">
            <a:extLst>
              <a:ext uri="{FF2B5EF4-FFF2-40B4-BE49-F238E27FC236}">
                <a16:creationId xmlns:a16="http://schemas.microsoft.com/office/drawing/2014/main" id="{FEA80E2C-ACAD-E092-25BA-D1B250BA6E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AC2FBB-9FDB-8194-2B1C-D0A239F2615D}"/>
              </a:ext>
            </a:extLst>
          </p:cNvPr>
          <p:cNvSpPr>
            <a:spLocks noGrp="1"/>
          </p:cNvSpPr>
          <p:nvPr>
            <p:ph type="sldNum" sz="quarter" idx="12"/>
          </p:nvPr>
        </p:nvSpPr>
        <p:spPr/>
        <p:txBody>
          <a:bodyPr/>
          <a:lstStyle/>
          <a:p>
            <a:fld id="{3EEC76AE-3F34-498D-9C75-7936073CD3CA}" type="slidenum">
              <a:rPr lang="en-IN" smtClean="0"/>
              <a:t>‹#›</a:t>
            </a:fld>
            <a:endParaRPr lang="en-IN"/>
          </a:p>
        </p:txBody>
      </p:sp>
    </p:spTree>
    <p:extLst>
      <p:ext uri="{BB962C8B-B14F-4D97-AF65-F5344CB8AC3E}">
        <p14:creationId xmlns:p14="http://schemas.microsoft.com/office/powerpoint/2010/main" val="153361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C074C-AE7B-2E8B-CED7-6C21817786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749B85D-93DB-7A4A-B367-B46F3F80FE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19483C-6D39-5519-FDC2-1D6FDB35685E}"/>
              </a:ext>
            </a:extLst>
          </p:cNvPr>
          <p:cNvSpPr>
            <a:spLocks noGrp="1"/>
          </p:cNvSpPr>
          <p:nvPr>
            <p:ph type="dt" sz="half" idx="10"/>
          </p:nvPr>
        </p:nvSpPr>
        <p:spPr/>
        <p:txBody>
          <a:bodyPr/>
          <a:lstStyle/>
          <a:p>
            <a:fld id="{7145C9F3-4BA7-4694-8AB3-2B229346A36B}" type="datetimeFigureOut">
              <a:rPr lang="en-IN" smtClean="0"/>
              <a:t>06-05-2026</a:t>
            </a:fld>
            <a:endParaRPr lang="en-IN"/>
          </a:p>
        </p:txBody>
      </p:sp>
      <p:sp>
        <p:nvSpPr>
          <p:cNvPr id="5" name="Footer Placeholder 4">
            <a:extLst>
              <a:ext uri="{FF2B5EF4-FFF2-40B4-BE49-F238E27FC236}">
                <a16:creationId xmlns:a16="http://schemas.microsoft.com/office/drawing/2014/main" id="{EDED8FE6-7E10-74D4-D3A9-78060F9EA9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418900-3508-30F0-B75F-0A6583103C96}"/>
              </a:ext>
            </a:extLst>
          </p:cNvPr>
          <p:cNvSpPr>
            <a:spLocks noGrp="1"/>
          </p:cNvSpPr>
          <p:nvPr>
            <p:ph type="sldNum" sz="quarter" idx="12"/>
          </p:nvPr>
        </p:nvSpPr>
        <p:spPr/>
        <p:txBody>
          <a:bodyPr/>
          <a:lstStyle/>
          <a:p>
            <a:fld id="{3EEC76AE-3F34-498D-9C75-7936073CD3CA}" type="slidenum">
              <a:rPr lang="en-IN" smtClean="0"/>
              <a:t>‹#›</a:t>
            </a:fld>
            <a:endParaRPr lang="en-IN"/>
          </a:p>
        </p:txBody>
      </p:sp>
    </p:spTree>
    <p:extLst>
      <p:ext uri="{BB962C8B-B14F-4D97-AF65-F5344CB8AC3E}">
        <p14:creationId xmlns:p14="http://schemas.microsoft.com/office/powerpoint/2010/main" val="1174919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92AA3-F232-79C9-49B5-DB010F440E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C201D6-7BD5-E0F3-859B-CAD4D935CA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8DC8CE8-28EF-D446-0611-711D0F4CD2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E6B1285-4668-0653-1798-CA95FB7A21BD}"/>
              </a:ext>
            </a:extLst>
          </p:cNvPr>
          <p:cNvSpPr>
            <a:spLocks noGrp="1"/>
          </p:cNvSpPr>
          <p:nvPr>
            <p:ph type="dt" sz="half" idx="10"/>
          </p:nvPr>
        </p:nvSpPr>
        <p:spPr/>
        <p:txBody>
          <a:bodyPr/>
          <a:lstStyle/>
          <a:p>
            <a:fld id="{7145C9F3-4BA7-4694-8AB3-2B229346A36B}" type="datetimeFigureOut">
              <a:rPr lang="en-IN" smtClean="0"/>
              <a:t>06-05-2026</a:t>
            </a:fld>
            <a:endParaRPr lang="en-IN"/>
          </a:p>
        </p:txBody>
      </p:sp>
      <p:sp>
        <p:nvSpPr>
          <p:cNvPr id="6" name="Footer Placeholder 5">
            <a:extLst>
              <a:ext uri="{FF2B5EF4-FFF2-40B4-BE49-F238E27FC236}">
                <a16:creationId xmlns:a16="http://schemas.microsoft.com/office/drawing/2014/main" id="{5090780C-BC0E-41AE-5F18-41CF6701D1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A2A249-6269-505E-C219-BD5A8FCA60CC}"/>
              </a:ext>
            </a:extLst>
          </p:cNvPr>
          <p:cNvSpPr>
            <a:spLocks noGrp="1"/>
          </p:cNvSpPr>
          <p:nvPr>
            <p:ph type="sldNum" sz="quarter" idx="12"/>
          </p:nvPr>
        </p:nvSpPr>
        <p:spPr/>
        <p:txBody>
          <a:bodyPr/>
          <a:lstStyle/>
          <a:p>
            <a:fld id="{3EEC76AE-3F34-498D-9C75-7936073CD3CA}" type="slidenum">
              <a:rPr lang="en-IN" smtClean="0"/>
              <a:t>‹#›</a:t>
            </a:fld>
            <a:endParaRPr lang="en-IN"/>
          </a:p>
        </p:txBody>
      </p:sp>
    </p:spTree>
    <p:extLst>
      <p:ext uri="{BB962C8B-B14F-4D97-AF65-F5344CB8AC3E}">
        <p14:creationId xmlns:p14="http://schemas.microsoft.com/office/powerpoint/2010/main" val="3394025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6065F-DA3C-BF90-B4D1-C7611755270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FA72A4-8600-3270-121C-F94B6F0D3A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5D2F78-D85E-DE9C-C8CC-0E84485130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F88F35C-8501-EC94-38B1-3F9C2B2BA8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3DBA09-D46A-7647-8168-AADCA2F12B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C32E37A-5C26-40EF-29D0-3B77BBC3EB15}"/>
              </a:ext>
            </a:extLst>
          </p:cNvPr>
          <p:cNvSpPr>
            <a:spLocks noGrp="1"/>
          </p:cNvSpPr>
          <p:nvPr>
            <p:ph type="dt" sz="half" idx="10"/>
          </p:nvPr>
        </p:nvSpPr>
        <p:spPr/>
        <p:txBody>
          <a:bodyPr/>
          <a:lstStyle/>
          <a:p>
            <a:fld id="{7145C9F3-4BA7-4694-8AB3-2B229346A36B}" type="datetimeFigureOut">
              <a:rPr lang="en-IN" smtClean="0"/>
              <a:t>06-05-2026</a:t>
            </a:fld>
            <a:endParaRPr lang="en-IN"/>
          </a:p>
        </p:txBody>
      </p:sp>
      <p:sp>
        <p:nvSpPr>
          <p:cNvPr id="8" name="Footer Placeholder 7">
            <a:extLst>
              <a:ext uri="{FF2B5EF4-FFF2-40B4-BE49-F238E27FC236}">
                <a16:creationId xmlns:a16="http://schemas.microsoft.com/office/drawing/2014/main" id="{8AE6F9C9-3316-713C-9435-B1AEE645783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5106C65-6868-8588-03A2-2D0A2CDD4EF8}"/>
              </a:ext>
            </a:extLst>
          </p:cNvPr>
          <p:cNvSpPr>
            <a:spLocks noGrp="1"/>
          </p:cNvSpPr>
          <p:nvPr>
            <p:ph type="sldNum" sz="quarter" idx="12"/>
          </p:nvPr>
        </p:nvSpPr>
        <p:spPr/>
        <p:txBody>
          <a:bodyPr/>
          <a:lstStyle/>
          <a:p>
            <a:fld id="{3EEC76AE-3F34-498D-9C75-7936073CD3CA}" type="slidenum">
              <a:rPr lang="en-IN" smtClean="0"/>
              <a:t>‹#›</a:t>
            </a:fld>
            <a:endParaRPr lang="en-IN"/>
          </a:p>
        </p:txBody>
      </p:sp>
    </p:spTree>
    <p:extLst>
      <p:ext uri="{BB962C8B-B14F-4D97-AF65-F5344CB8AC3E}">
        <p14:creationId xmlns:p14="http://schemas.microsoft.com/office/powerpoint/2010/main" val="2903018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2F694-BC61-D95C-ADD0-4ACC5C2AFEA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A33777A-F09B-8391-4CFE-E501BC1A3A09}"/>
              </a:ext>
            </a:extLst>
          </p:cNvPr>
          <p:cNvSpPr>
            <a:spLocks noGrp="1"/>
          </p:cNvSpPr>
          <p:nvPr>
            <p:ph type="dt" sz="half" idx="10"/>
          </p:nvPr>
        </p:nvSpPr>
        <p:spPr/>
        <p:txBody>
          <a:bodyPr/>
          <a:lstStyle/>
          <a:p>
            <a:fld id="{7145C9F3-4BA7-4694-8AB3-2B229346A36B}" type="datetimeFigureOut">
              <a:rPr lang="en-IN" smtClean="0"/>
              <a:t>06-05-2026</a:t>
            </a:fld>
            <a:endParaRPr lang="en-IN"/>
          </a:p>
        </p:txBody>
      </p:sp>
      <p:sp>
        <p:nvSpPr>
          <p:cNvPr id="4" name="Footer Placeholder 3">
            <a:extLst>
              <a:ext uri="{FF2B5EF4-FFF2-40B4-BE49-F238E27FC236}">
                <a16:creationId xmlns:a16="http://schemas.microsoft.com/office/drawing/2014/main" id="{C5E40358-00D5-C01A-51D4-307B877F07A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7A6517D-B5B8-30AA-4D25-F9374764B19C}"/>
              </a:ext>
            </a:extLst>
          </p:cNvPr>
          <p:cNvSpPr>
            <a:spLocks noGrp="1"/>
          </p:cNvSpPr>
          <p:nvPr>
            <p:ph type="sldNum" sz="quarter" idx="12"/>
          </p:nvPr>
        </p:nvSpPr>
        <p:spPr/>
        <p:txBody>
          <a:bodyPr/>
          <a:lstStyle/>
          <a:p>
            <a:fld id="{3EEC76AE-3F34-498D-9C75-7936073CD3CA}" type="slidenum">
              <a:rPr lang="en-IN" smtClean="0"/>
              <a:t>‹#›</a:t>
            </a:fld>
            <a:endParaRPr lang="en-IN"/>
          </a:p>
        </p:txBody>
      </p:sp>
    </p:spTree>
    <p:extLst>
      <p:ext uri="{BB962C8B-B14F-4D97-AF65-F5344CB8AC3E}">
        <p14:creationId xmlns:p14="http://schemas.microsoft.com/office/powerpoint/2010/main" val="2766228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E13B71-48ED-BF1B-EC29-AE42BC3BA17B}"/>
              </a:ext>
            </a:extLst>
          </p:cNvPr>
          <p:cNvSpPr>
            <a:spLocks noGrp="1"/>
          </p:cNvSpPr>
          <p:nvPr>
            <p:ph type="dt" sz="half" idx="10"/>
          </p:nvPr>
        </p:nvSpPr>
        <p:spPr/>
        <p:txBody>
          <a:bodyPr/>
          <a:lstStyle/>
          <a:p>
            <a:fld id="{7145C9F3-4BA7-4694-8AB3-2B229346A36B}" type="datetimeFigureOut">
              <a:rPr lang="en-IN" smtClean="0"/>
              <a:t>06-05-2026</a:t>
            </a:fld>
            <a:endParaRPr lang="en-IN"/>
          </a:p>
        </p:txBody>
      </p:sp>
      <p:sp>
        <p:nvSpPr>
          <p:cNvPr id="3" name="Footer Placeholder 2">
            <a:extLst>
              <a:ext uri="{FF2B5EF4-FFF2-40B4-BE49-F238E27FC236}">
                <a16:creationId xmlns:a16="http://schemas.microsoft.com/office/drawing/2014/main" id="{243965C3-CDF7-28E0-3E0E-4EB2F555B11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5BBFAEE-B3DF-729D-D5C5-A32C6C02E908}"/>
              </a:ext>
            </a:extLst>
          </p:cNvPr>
          <p:cNvSpPr>
            <a:spLocks noGrp="1"/>
          </p:cNvSpPr>
          <p:nvPr>
            <p:ph type="sldNum" sz="quarter" idx="12"/>
          </p:nvPr>
        </p:nvSpPr>
        <p:spPr/>
        <p:txBody>
          <a:bodyPr/>
          <a:lstStyle/>
          <a:p>
            <a:fld id="{3EEC76AE-3F34-498D-9C75-7936073CD3CA}" type="slidenum">
              <a:rPr lang="en-IN" smtClean="0"/>
              <a:t>‹#›</a:t>
            </a:fld>
            <a:endParaRPr lang="en-IN"/>
          </a:p>
        </p:txBody>
      </p:sp>
    </p:spTree>
    <p:extLst>
      <p:ext uri="{BB962C8B-B14F-4D97-AF65-F5344CB8AC3E}">
        <p14:creationId xmlns:p14="http://schemas.microsoft.com/office/powerpoint/2010/main" val="4049720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CEAE8-4DF2-0BC3-5882-6CBBE31D08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C36FF30-EDA0-60B8-E5A8-C9A0C86777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A0DA101-3CA5-744A-8744-0A61FEC612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C54355-D29C-ABBF-CA5A-E8EAC7F439E2}"/>
              </a:ext>
            </a:extLst>
          </p:cNvPr>
          <p:cNvSpPr>
            <a:spLocks noGrp="1"/>
          </p:cNvSpPr>
          <p:nvPr>
            <p:ph type="dt" sz="half" idx="10"/>
          </p:nvPr>
        </p:nvSpPr>
        <p:spPr/>
        <p:txBody>
          <a:bodyPr/>
          <a:lstStyle/>
          <a:p>
            <a:fld id="{7145C9F3-4BA7-4694-8AB3-2B229346A36B}" type="datetimeFigureOut">
              <a:rPr lang="en-IN" smtClean="0"/>
              <a:t>06-05-2026</a:t>
            </a:fld>
            <a:endParaRPr lang="en-IN"/>
          </a:p>
        </p:txBody>
      </p:sp>
      <p:sp>
        <p:nvSpPr>
          <p:cNvPr id="6" name="Footer Placeholder 5">
            <a:extLst>
              <a:ext uri="{FF2B5EF4-FFF2-40B4-BE49-F238E27FC236}">
                <a16:creationId xmlns:a16="http://schemas.microsoft.com/office/drawing/2014/main" id="{A9728D6C-365D-C2C3-F2E6-7F96C3BB80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95A3750-42FD-C363-E82A-FE2D9D93882E}"/>
              </a:ext>
            </a:extLst>
          </p:cNvPr>
          <p:cNvSpPr>
            <a:spLocks noGrp="1"/>
          </p:cNvSpPr>
          <p:nvPr>
            <p:ph type="sldNum" sz="quarter" idx="12"/>
          </p:nvPr>
        </p:nvSpPr>
        <p:spPr/>
        <p:txBody>
          <a:bodyPr/>
          <a:lstStyle/>
          <a:p>
            <a:fld id="{3EEC76AE-3F34-498D-9C75-7936073CD3CA}" type="slidenum">
              <a:rPr lang="en-IN" smtClean="0"/>
              <a:t>‹#›</a:t>
            </a:fld>
            <a:endParaRPr lang="en-IN"/>
          </a:p>
        </p:txBody>
      </p:sp>
    </p:spTree>
    <p:extLst>
      <p:ext uri="{BB962C8B-B14F-4D97-AF65-F5344CB8AC3E}">
        <p14:creationId xmlns:p14="http://schemas.microsoft.com/office/powerpoint/2010/main" val="312628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72661-BF13-0D51-8BDE-33127C3FC0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22B79A2-832F-71D5-1279-9B60B2EF63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8D1A03A-D839-E4B6-5A93-29F9A84835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72D8A1-02CB-28DC-4CEA-17B1CF6933E5}"/>
              </a:ext>
            </a:extLst>
          </p:cNvPr>
          <p:cNvSpPr>
            <a:spLocks noGrp="1"/>
          </p:cNvSpPr>
          <p:nvPr>
            <p:ph type="dt" sz="half" idx="10"/>
          </p:nvPr>
        </p:nvSpPr>
        <p:spPr/>
        <p:txBody>
          <a:bodyPr/>
          <a:lstStyle/>
          <a:p>
            <a:fld id="{7145C9F3-4BA7-4694-8AB3-2B229346A36B}" type="datetimeFigureOut">
              <a:rPr lang="en-IN" smtClean="0"/>
              <a:t>06-05-2026</a:t>
            </a:fld>
            <a:endParaRPr lang="en-IN"/>
          </a:p>
        </p:txBody>
      </p:sp>
      <p:sp>
        <p:nvSpPr>
          <p:cNvPr id="6" name="Footer Placeholder 5">
            <a:extLst>
              <a:ext uri="{FF2B5EF4-FFF2-40B4-BE49-F238E27FC236}">
                <a16:creationId xmlns:a16="http://schemas.microsoft.com/office/drawing/2014/main" id="{E53AAA7F-6EAE-E437-2103-CCA8E51DEF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386A3B-5F0D-ADC0-291C-6E9BCB54DEA7}"/>
              </a:ext>
            </a:extLst>
          </p:cNvPr>
          <p:cNvSpPr>
            <a:spLocks noGrp="1"/>
          </p:cNvSpPr>
          <p:nvPr>
            <p:ph type="sldNum" sz="quarter" idx="12"/>
          </p:nvPr>
        </p:nvSpPr>
        <p:spPr/>
        <p:txBody>
          <a:bodyPr/>
          <a:lstStyle/>
          <a:p>
            <a:fld id="{3EEC76AE-3F34-498D-9C75-7936073CD3CA}" type="slidenum">
              <a:rPr lang="en-IN" smtClean="0"/>
              <a:t>‹#›</a:t>
            </a:fld>
            <a:endParaRPr lang="en-IN"/>
          </a:p>
        </p:txBody>
      </p:sp>
    </p:spTree>
    <p:extLst>
      <p:ext uri="{BB962C8B-B14F-4D97-AF65-F5344CB8AC3E}">
        <p14:creationId xmlns:p14="http://schemas.microsoft.com/office/powerpoint/2010/main" val="737611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15040-9F50-9195-3641-CEBA10E1D67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F117EB-620A-0E04-041E-BB654D8E0F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18ADF2-72D9-10E0-0881-7EF2C65E9280}"/>
              </a:ext>
            </a:extLst>
          </p:cNvPr>
          <p:cNvSpPr>
            <a:spLocks noGrp="1"/>
          </p:cNvSpPr>
          <p:nvPr>
            <p:ph type="dt" sz="half" idx="10"/>
          </p:nvPr>
        </p:nvSpPr>
        <p:spPr/>
        <p:txBody>
          <a:bodyPr/>
          <a:lstStyle/>
          <a:p>
            <a:fld id="{7145C9F3-4BA7-4694-8AB3-2B229346A36B}" type="datetimeFigureOut">
              <a:rPr lang="en-IN" smtClean="0"/>
              <a:t>06-05-2026</a:t>
            </a:fld>
            <a:endParaRPr lang="en-IN"/>
          </a:p>
        </p:txBody>
      </p:sp>
      <p:sp>
        <p:nvSpPr>
          <p:cNvPr id="5" name="Footer Placeholder 4">
            <a:extLst>
              <a:ext uri="{FF2B5EF4-FFF2-40B4-BE49-F238E27FC236}">
                <a16:creationId xmlns:a16="http://schemas.microsoft.com/office/drawing/2014/main" id="{50744D79-1E11-E4DC-944B-4B171AA977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A753DD-210E-64ED-6267-F40A93188BD0}"/>
              </a:ext>
            </a:extLst>
          </p:cNvPr>
          <p:cNvSpPr>
            <a:spLocks noGrp="1"/>
          </p:cNvSpPr>
          <p:nvPr>
            <p:ph type="sldNum" sz="quarter" idx="12"/>
          </p:nvPr>
        </p:nvSpPr>
        <p:spPr/>
        <p:txBody>
          <a:bodyPr/>
          <a:lstStyle/>
          <a:p>
            <a:fld id="{3EEC76AE-3F34-498D-9C75-7936073CD3CA}" type="slidenum">
              <a:rPr lang="en-IN" smtClean="0"/>
              <a:t>‹#›</a:t>
            </a:fld>
            <a:endParaRPr lang="en-IN"/>
          </a:p>
        </p:txBody>
      </p:sp>
    </p:spTree>
    <p:extLst>
      <p:ext uri="{BB962C8B-B14F-4D97-AF65-F5344CB8AC3E}">
        <p14:creationId xmlns:p14="http://schemas.microsoft.com/office/powerpoint/2010/main" val="120918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A3A964-D4C8-5698-94E2-CAED2DECC4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B20FFF8-6091-1041-FF3D-7C1F4253AF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461F03-9B98-CB86-066B-70E37B99CD8B}"/>
              </a:ext>
            </a:extLst>
          </p:cNvPr>
          <p:cNvSpPr>
            <a:spLocks noGrp="1"/>
          </p:cNvSpPr>
          <p:nvPr>
            <p:ph type="dt" sz="half" idx="10"/>
          </p:nvPr>
        </p:nvSpPr>
        <p:spPr/>
        <p:txBody>
          <a:bodyPr/>
          <a:lstStyle/>
          <a:p>
            <a:fld id="{7145C9F3-4BA7-4694-8AB3-2B229346A36B}" type="datetimeFigureOut">
              <a:rPr lang="en-IN" smtClean="0"/>
              <a:t>06-05-2026</a:t>
            </a:fld>
            <a:endParaRPr lang="en-IN"/>
          </a:p>
        </p:txBody>
      </p:sp>
      <p:sp>
        <p:nvSpPr>
          <p:cNvPr id="5" name="Footer Placeholder 4">
            <a:extLst>
              <a:ext uri="{FF2B5EF4-FFF2-40B4-BE49-F238E27FC236}">
                <a16:creationId xmlns:a16="http://schemas.microsoft.com/office/drawing/2014/main" id="{A44EC5D1-C588-5C0D-671C-A6DE38663C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D6D66C-6BBA-CAFA-50CD-29E5619BBC6A}"/>
              </a:ext>
            </a:extLst>
          </p:cNvPr>
          <p:cNvSpPr>
            <a:spLocks noGrp="1"/>
          </p:cNvSpPr>
          <p:nvPr>
            <p:ph type="sldNum" sz="quarter" idx="12"/>
          </p:nvPr>
        </p:nvSpPr>
        <p:spPr/>
        <p:txBody>
          <a:bodyPr/>
          <a:lstStyle/>
          <a:p>
            <a:fld id="{3EEC76AE-3F34-498D-9C75-7936073CD3CA}" type="slidenum">
              <a:rPr lang="en-IN" smtClean="0"/>
              <a:t>‹#›</a:t>
            </a:fld>
            <a:endParaRPr lang="en-IN"/>
          </a:p>
        </p:txBody>
      </p:sp>
    </p:spTree>
    <p:extLst>
      <p:ext uri="{BB962C8B-B14F-4D97-AF65-F5344CB8AC3E}">
        <p14:creationId xmlns:p14="http://schemas.microsoft.com/office/powerpoint/2010/main" val="3338123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90F7D8-BA77-67A5-9673-AA352C1DD6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292A91-EFE3-D623-9BC3-906544A2A0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C16C2C-0300-1BD5-2D16-BB63E5C061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45C9F3-4BA7-4694-8AB3-2B229346A36B}" type="datetimeFigureOut">
              <a:rPr lang="en-IN" smtClean="0"/>
              <a:t>06-05-2026</a:t>
            </a:fld>
            <a:endParaRPr lang="en-IN"/>
          </a:p>
        </p:txBody>
      </p:sp>
      <p:sp>
        <p:nvSpPr>
          <p:cNvPr id="5" name="Footer Placeholder 4">
            <a:extLst>
              <a:ext uri="{FF2B5EF4-FFF2-40B4-BE49-F238E27FC236}">
                <a16:creationId xmlns:a16="http://schemas.microsoft.com/office/drawing/2014/main" id="{178CBB95-27AB-3A65-26E0-38323ED472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79C2256-AFF1-1614-7F8E-39BB3231F5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EC76AE-3F34-498D-9C75-7936073CD3CA}" type="slidenum">
              <a:rPr lang="en-IN" smtClean="0"/>
              <a:t>‹#›</a:t>
            </a:fld>
            <a:endParaRPr lang="en-IN"/>
          </a:p>
        </p:txBody>
      </p:sp>
    </p:spTree>
    <p:extLst>
      <p:ext uri="{BB962C8B-B14F-4D97-AF65-F5344CB8AC3E}">
        <p14:creationId xmlns:p14="http://schemas.microsoft.com/office/powerpoint/2010/main" val="23729026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00D9A-EAA3-7C0E-7073-6D9914623D9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D517263-764E-96CF-D37F-9E67F115357E}"/>
              </a:ext>
            </a:extLst>
          </p:cNvPr>
          <p:cNvSpPr/>
          <p:nvPr/>
        </p:nvSpPr>
        <p:spPr>
          <a:xfrm>
            <a:off x="3458468" y="2858972"/>
            <a:ext cx="8079326" cy="153888"/>
          </a:xfrm>
          <a:prstGeom prst="rect">
            <a:avLst/>
          </a:prstGeom>
        </p:spPr>
        <p:txBody>
          <a:bodyPr wrap="square" lIns="0" tIns="0" rIns="0" bIns="0" numCol="1" anchor="t" anchorCtr="0">
            <a:spAutoFit/>
          </a:bodyPr>
          <a:lstStyle/>
          <a:p>
            <a:r>
              <a:rPr lang="en-US" sz="1000" b="1" dirty="0">
                <a:latin typeface="Calibri" panose="020F0502020204030204" pitchFamily="34" charset="0"/>
                <a:ea typeface="Calibri" panose="020F0502020204030204" pitchFamily="34" charset="0"/>
                <a:cs typeface="Calibri" panose="020F0502020204030204" pitchFamily="34" charset="0"/>
              </a:rPr>
              <a:t> Graduation </a:t>
            </a:r>
            <a:r>
              <a:rPr lang="en-US" sz="1000" dirty="0">
                <a:latin typeface="Calibri" panose="020F0502020204030204" pitchFamily="34" charset="0"/>
                <a:ea typeface="Calibri" panose="020F0502020204030204" pitchFamily="34" charset="0"/>
                <a:cs typeface="Calibri" panose="020F0502020204030204" pitchFamily="34" charset="0"/>
              </a:rPr>
              <a:t>in Stream of</a:t>
            </a:r>
            <a:r>
              <a:rPr lang="en-US" sz="1000" b="1" dirty="0">
                <a:latin typeface="Calibri" panose="020F0502020204030204" pitchFamily="34" charset="0"/>
                <a:ea typeface="Calibri" panose="020F0502020204030204" pitchFamily="34" charset="0"/>
                <a:cs typeface="Calibri" panose="020F0502020204030204" pitchFamily="34" charset="0"/>
              </a:rPr>
              <a:t> CSE(AI&amp;ML) </a:t>
            </a:r>
            <a:r>
              <a:rPr lang="en-US" sz="1000" dirty="0">
                <a:latin typeface="Calibri" panose="020F0502020204030204" pitchFamily="34" charset="0"/>
                <a:ea typeface="Calibri" panose="020F0502020204030204" pitchFamily="34" charset="0"/>
                <a:cs typeface="Calibri" panose="020F0502020204030204" pitchFamily="34" charset="0"/>
              </a:rPr>
              <a:t>at</a:t>
            </a:r>
            <a:r>
              <a:rPr lang="en-US" sz="1000" b="1" dirty="0">
                <a:latin typeface="Calibri" panose="020F0502020204030204" pitchFamily="34" charset="0"/>
                <a:ea typeface="Calibri" panose="020F0502020204030204" pitchFamily="34" charset="0"/>
                <a:cs typeface="Calibri" panose="020F0502020204030204" pitchFamily="34" charset="0"/>
              </a:rPr>
              <a:t> </a:t>
            </a:r>
            <a:r>
              <a:rPr lang="en-US" sz="1000" b="1" dirty="0" err="1">
                <a:latin typeface="Calibri" panose="020F0502020204030204" pitchFamily="34" charset="0"/>
                <a:ea typeface="Calibri" panose="020F0502020204030204" pitchFamily="34" charset="0"/>
                <a:cs typeface="Calibri" panose="020F0502020204030204" pitchFamily="34" charset="0"/>
              </a:rPr>
              <a:t>Chalapathi</a:t>
            </a:r>
            <a:r>
              <a:rPr lang="en-US" sz="1000" b="1" dirty="0">
                <a:latin typeface="Calibri" panose="020F0502020204030204" pitchFamily="34" charset="0"/>
                <a:ea typeface="Calibri" panose="020F0502020204030204" pitchFamily="34" charset="0"/>
                <a:cs typeface="Calibri" panose="020F0502020204030204" pitchFamily="34" charset="0"/>
              </a:rPr>
              <a:t> Institute of Engineering and Technology.</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3" name="Title 1">
            <a:extLst>
              <a:ext uri="{FF2B5EF4-FFF2-40B4-BE49-F238E27FC236}">
                <a16:creationId xmlns:a16="http://schemas.microsoft.com/office/drawing/2014/main" id="{7EEBF245-F3A7-5BD3-77AE-30E4C0B76747}"/>
              </a:ext>
            </a:extLst>
          </p:cNvPr>
          <p:cNvSpPr txBox="1">
            <a:spLocks/>
          </p:cNvSpPr>
          <p:nvPr/>
        </p:nvSpPr>
        <p:spPr>
          <a:xfrm>
            <a:off x="2425349" y="248741"/>
            <a:ext cx="3288769" cy="194723"/>
          </a:xfrm>
          <a:prstGeom prst="rect">
            <a:avLst/>
          </a:prstGeom>
        </p:spPr>
        <p:txBody>
          <a:bodyPr vert="horz" lIns="0" tIns="0" rIns="0" bIns="0" numCol="1"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1200" b="1" i="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Associate ID:       2431147    </a:t>
            </a:r>
            <a:r>
              <a:rPr lang="en-US" sz="1200" i="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+91  97059 54462 </a:t>
            </a:r>
          </a:p>
          <a:p>
            <a:pPr>
              <a:lnSpc>
                <a:spcPct val="100000"/>
              </a:lnSpc>
            </a:pPr>
            <a:endParaRPr lang="en-US" sz="1200" i="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4" name="Google Shape;605;p75">
            <a:extLst>
              <a:ext uri="{FF2B5EF4-FFF2-40B4-BE49-F238E27FC236}">
                <a16:creationId xmlns:a16="http://schemas.microsoft.com/office/drawing/2014/main" id="{34DBFA7C-861C-730A-CBC0-008DAD6DB324}"/>
              </a:ext>
            </a:extLst>
          </p:cNvPr>
          <p:cNvSpPr txBox="1"/>
          <p:nvPr/>
        </p:nvSpPr>
        <p:spPr>
          <a:xfrm>
            <a:off x="237325" y="2442263"/>
            <a:ext cx="2887777" cy="2934258"/>
          </a:xfrm>
          <a:prstGeom prst="rect">
            <a:avLst/>
          </a:prstGeom>
          <a:noFill/>
          <a:ln w="9525" cap="flat" cmpd="sng">
            <a:noFill/>
            <a:prstDash val="dash"/>
            <a:round/>
            <a:headEnd type="none" w="sm" len="sm"/>
            <a:tailEnd type="none" w="sm" len="sm"/>
          </a:ln>
        </p:spPr>
        <p:txBody>
          <a:bodyPr spcFirstLastPara="1" wrap="square" lIns="0" tIns="0" rIns="0" bIns="0" numCol="1" anchor="t" anchorCtr="0">
            <a:noAutofit/>
          </a:bodyPr>
          <a:lstStyle/>
          <a:p>
            <a:pPr marL="0" marR="17780" lvl="1" algn="just" defTabSz="976683">
              <a:buClr>
                <a:schemeClr val="tx1">
                  <a:lumMod val="75000"/>
                  <a:lumOff val="25000"/>
                </a:schemeClr>
              </a:buClr>
              <a:buSzPct val="125000"/>
            </a:pPr>
            <a:r>
              <a:rPr lang="fr-FR" sz="1100" b="1" dirty="0">
                <a:solidFill>
                  <a:srgbClr val="0034A4"/>
                </a:solidFill>
                <a:latin typeface="Calibri" panose="020F0502020204030204" pitchFamily="34" charset="0"/>
                <a:ea typeface="Calibri" panose="020F0502020204030204" pitchFamily="34" charset="0"/>
                <a:cs typeface="Calibri" panose="020F0502020204030204" pitchFamily="34" charset="0"/>
                <a:sym typeface="Arial"/>
              </a:rPr>
              <a:t>Area  Competency :</a:t>
            </a:r>
            <a:endParaRPr lang="en-US" dirty="0">
              <a:latin typeface="Calibri" panose="020F0502020204030204" pitchFamily="34" charset="0"/>
              <a:ea typeface="Calibri" panose="020F0502020204030204" pitchFamily="34" charset="0"/>
              <a:cs typeface="Calibri" panose="020F0502020204030204" pitchFamily="34" charset="0"/>
            </a:endParaRPr>
          </a:p>
          <a:p>
            <a:pPr marL="171450" marR="17780" lvl="1" indent="-171450" algn="just" defTabSz="976683">
              <a:buClr>
                <a:schemeClr val="tx1">
                  <a:lumMod val="75000"/>
                  <a:lumOff val="25000"/>
                </a:schemeClr>
              </a:buClr>
              <a:buSzPct val="125000"/>
              <a:buFont typeface="Arial" panose="020B0604020202020204" pitchFamily="34" charset="0"/>
              <a:buChar char="•"/>
            </a:pPr>
            <a:endParaRPr lang="fr-FR" sz="900" b="1" dirty="0">
              <a:solidFill>
                <a:srgbClr val="0034A4"/>
              </a:solidFill>
              <a:latin typeface="Calibri" panose="020F0502020204030204" pitchFamily="34" charset="0"/>
              <a:ea typeface="Calibri" panose="020F0502020204030204" pitchFamily="34" charset="0"/>
              <a:cs typeface="Calibri" panose="020F0502020204030204" pitchFamily="34" charset="0"/>
            </a:endParaRPr>
          </a:p>
          <a:p>
            <a:pPr marL="171450" indent="-171450" algn="just" eaLnBrk="0" fontAlgn="base" hangingPunct="0">
              <a:spcBef>
                <a:spcPct val="0"/>
              </a:spcBef>
              <a:spcAft>
                <a:spcPct val="0"/>
              </a:spcAft>
              <a:buFont typeface="Arial" panose="020B0604020202020204" pitchFamily="34" charset="0"/>
              <a:buChar char="•"/>
            </a:pPr>
            <a:r>
              <a:rPr lang="en-US" altLang="en-US" sz="900" b="1" dirty="0">
                <a:latin typeface="Calibri" panose="020F0502020204030204" pitchFamily="34" charset="0"/>
                <a:ea typeface="Calibri" panose="020F0502020204030204" pitchFamily="34" charset="0"/>
                <a:cs typeface="Calibri" panose="020F0502020204030204" pitchFamily="34" charset="0"/>
              </a:rPr>
              <a:t>Project Implementation &amp; Collaboration</a:t>
            </a:r>
            <a:r>
              <a:rPr lang="en-US" altLang="en-US" sz="900" dirty="0">
                <a:latin typeface="Calibri" panose="020F0502020204030204" pitchFamily="34" charset="0"/>
                <a:ea typeface="Calibri" panose="020F0502020204030204" pitchFamily="34" charset="0"/>
                <a:cs typeface="Calibri" panose="020F0502020204030204" pitchFamily="34" charset="0"/>
              </a:rPr>
              <a:t>: Hands-on experience in full-stack development projects including e-commerce platforms, examination systems, and recruitment portals using technologies like HTML, CSS, JavaScript, Node.js, ADO.NET, C#, java.</a:t>
            </a:r>
          </a:p>
          <a:p>
            <a:pPr algn="just" eaLnBrk="0" fontAlgn="base" hangingPunct="0">
              <a:spcBef>
                <a:spcPct val="0"/>
              </a:spcBef>
              <a:spcAft>
                <a:spcPct val="0"/>
              </a:spcAft>
            </a:pPr>
            <a:endParaRPr lang="en-US" altLang="en-US" sz="900" dirty="0">
              <a:latin typeface="Calibri" panose="020F0502020204030204" pitchFamily="34" charset="0"/>
              <a:ea typeface="Calibri" panose="020F0502020204030204" pitchFamily="34" charset="0"/>
              <a:cs typeface="Calibri" panose="020F0502020204030204" pitchFamily="34" charset="0"/>
            </a:endParaRPr>
          </a:p>
          <a:p>
            <a:pPr marL="171450" indent="-171450" algn="just" eaLnBrk="0" fontAlgn="base" hangingPunct="0">
              <a:spcBef>
                <a:spcPct val="0"/>
              </a:spcBef>
              <a:spcAft>
                <a:spcPct val="0"/>
              </a:spcAft>
              <a:buFont typeface="Arial" panose="020B0604020202020204" pitchFamily="34" charset="0"/>
              <a:buChar char="•"/>
            </a:pPr>
            <a:r>
              <a:rPr lang="en-US" altLang="en-US" sz="900" b="1" dirty="0">
                <a:latin typeface="Calibri" panose="020F0502020204030204" pitchFamily="34" charset="0"/>
                <a:ea typeface="Calibri" panose="020F0502020204030204" pitchFamily="34" charset="0"/>
                <a:cs typeface="Calibri" panose="020F0502020204030204" pitchFamily="34" charset="0"/>
              </a:rPr>
              <a:t>Accessibility-Focused Development</a:t>
            </a:r>
            <a:r>
              <a:rPr lang="en-US" altLang="en-US" sz="900" dirty="0">
                <a:latin typeface="Calibri" panose="020F0502020204030204" pitchFamily="34" charset="0"/>
                <a:ea typeface="Calibri" panose="020F0502020204030204" pitchFamily="34" charset="0"/>
                <a:cs typeface="Calibri" panose="020F0502020204030204" pitchFamily="34" charset="0"/>
              </a:rPr>
              <a:t>: Skilled in building and optimizing web and mobile applications to meet WCAG, ARIA, and iOS Accessibility standards, ensuring inclusive user experiences.</a:t>
            </a:r>
          </a:p>
          <a:p>
            <a:pPr marL="171450" indent="-171450" algn="just" eaLnBrk="0" fontAlgn="base" hangingPunct="0">
              <a:spcBef>
                <a:spcPct val="0"/>
              </a:spcBef>
              <a:spcAft>
                <a:spcPct val="0"/>
              </a:spcAft>
              <a:buFont typeface="Arial" panose="020B0604020202020204" pitchFamily="34" charset="0"/>
              <a:buChar char="•"/>
            </a:pPr>
            <a:endParaRPr lang="en-US" altLang="en-US" sz="900" dirty="0">
              <a:latin typeface="Calibri" panose="020F0502020204030204" pitchFamily="34" charset="0"/>
              <a:ea typeface="Calibri" panose="020F0502020204030204" pitchFamily="34" charset="0"/>
              <a:cs typeface="Calibri" panose="020F0502020204030204" pitchFamily="34" charset="0"/>
            </a:endParaRPr>
          </a:p>
          <a:p>
            <a:pPr marL="171450" lvl="0" indent="-171450" algn="just" eaLnBrk="0" fontAlgn="base" hangingPunct="0">
              <a:spcBef>
                <a:spcPct val="0"/>
              </a:spcBef>
              <a:spcAft>
                <a:spcPct val="0"/>
              </a:spcAft>
              <a:buFont typeface="Arial" panose="020B0604020202020204" pitchFamily="34" charset="0"/>
              <a:buChar char="•"/>
            </a:pPr>
            <a:r>
              <a:rPr lang="en-US" sz="900" b="1" dirty="0">
                <a:latin typeface="Calibri" panose="020F0502020204030204" pitchFamily="34" charset="0"/>
                <a:ea typeface="Calibri" panose="020F0502020204030204" pitchFamily="34" charset="0"/>
                <a:cs typeface="Calibri" panose="020F0502020204030204" pitchFamily="34" charset="0"/>
              </a:rPr>
              <a:t>Data Structures &amp; Algorithms</a:t>
            </a:r>
            <a:r>
              <a:rPr lang="en-US" sz="900" dirty="0">
                <a:latin typeface="Calibri" panose="020F0502020204030204" pitchFamily="34" charset="0"/>
                <a:ea typeface="Calibri" panose="020F0502020204030204" pitchFamily="34" charset="0"/>
                <a:cs typeface="Calibri" panose="020F0502020204030204" pitchFamily="34" charset="0"/>
              </a:rPr>
              <a:t>: Strong foundation in DSA, enabling efficient problem-solving and optimized coding practices across various programming languages including Java, Python, and C#.</a:t>
            </a:r>
            <a:endParaRPr lang="fr-FR" sz="900" dirty="0">
              <a:solidFill>
                <a:srgbClr val="0034A4"/>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8" name="TextBox 7">
            <a:extLst>
              <a:ext uri="{FF2B5EF4-FFF2-40B4-BE49-F238E27FC236}">
                <a16:creationId xmlns:a16="http://schemas.microsoft.com/office/drawing/2014/main" id="{CED3EA68-369C-E2CC-8EB9-A5A6F290552D}"/>
              </a:ext>
            </a:extLst>
          </p:cNvPr>
          <p:cNvSpPr txBox="1"/>
          <p:nvPr/>
        </p:nvSpPr>
        <p:spPr>
          <a:xfrm>
            <a:off x="129080" y="363194"/>
            <a:ext cx="2617001" cy="276999"/>
          </a:xfrm>
          <a:prstGeom prst="rect">
            <a:avLst/>
          </a:prstGeom>
          <a:noFill/>
        </p:spPr>
        <p:txBody>
          <a:bodyPr wrap="square" rtlCol="0">
            <a:spAutoFit/>
          </a:bodyPr>
          <a:lstStyle/>
          <a:p>
            <a:pPr marL="0" marR="18412" lvl="1" defTabSz="976683">
              <a:spcAft>
                <a:spcPts val="600"/>
              </a:spcAft>
              <a:buClr>
                <a:prstClr val="black"/>
              </a:buClr>
              <a:buSzPts val="800"/>
            </a:pPr>
            <a:r>
              <a:rPr lang="fr-FR" sz="1200" b="1" dirty="0">
                <a:solidFill>
                  <a:srgbClr val="0034A4"/>
                </a:solidFill>
                <a:latin typeface="Calibri" panose="020F0502020204030204" pitchFamily="34" charset="0"/>
                <a:ea typeface="Calibri" panose="020F0502020204030204" pitchFamily="34" charset="0"/>
                <a:cs typeface="Calibri" panose="020F0502020204030204" pitchFamily="34" charset="0"/>
                <a:sym typeface="Arial"/>
              </a:rPr>
              <a:t>Photo :</a:t>
            </a:r>
          </a:p>
        </p:txBody>
      </p:sp>
      <p:sp>
        <p:nvSpPr>
          <p:cNvPr id="10" name="TextBox 9">
            <a:extLst>
              <a:ext uri="{FF2B5EF4-FFF2-40B4-BE49-F238E27FC236}">
                <a16:creationId xmlns:a16="http://schemas.microsoft.com/office/drawing/2014/main" id="{CB3DCC28-1085-98F5-6968-3146F0E6DA55}"/>
              </a:ext>
            </a:extLst>
          </p:cNvPr>
          <p:cNvSpPr txBox="1"/>
          <p:nvPr/>
        </p:nvSpPr>
        <p:spPr>
          <a:xfrm>
            <a:off x="3230266" y="680362"/>
            <a:ext cx="8565639" cy="1869743"/>
          </a:xfrm>
          <a:prstGeom prst="rect">
            <a:avLst/>
          </a:prstGeom>
          <a:noFill/>
        </p:spPr>
        <p:txBody>
          <a:bodyPr wrap="square" lIns="91440" tIns="45720" rIns="91440" bIns="45720" rtlCol="0" anchor="t">
            <a:spAutoFit/>
          </a:bodyPr>
          <a:lstStyle/>
          <a:p>
            <a:pPr marL="171450" indent="-171450" algn="just">
              <a:buFontTx/>
              <a:buChar char="-"/>
            </a:pPr>
            <a:r>
              <a:rPr lang="en-US" sz="1050" dirty="0">
                <a:latin typeface="Calibri" panose="020F0502020204030204" pitchFamily="34" charset="0"/>
                <a:ea typeface="Calibri" panose="020F0502020204030204" pitchFamily="34" charset="0"/>
                <a:cs typeface="Calibri" panose="020F0502020204030204" pitchFamily="34" charset="0"/>
              </a:rPr>
              <a:t>Programmer Analyst Trainee at Cognizant </a:t>
            </a:r>
            <a:r>
              <a:rPr lang="en-US" sz="800" i="1" dirty="0">
                <a:latin typeface="Calibri" panose="020F0502020204030204" pitchFamily="34" charset="0"/>
                <a:ea typeface="Calibri" panose="020F0502020204030204" pitchFamily="34" charset="0"/>
                <a:cs typeface="Calibri" panose="020F0502020204030204" pitchFamily="34" charset="0"/>
              </a:rPr>
              <a:t>(2025 – Present)</a:t>
            </a:r>
            <a:r>
              <a:rPr lang="en-US" sz="1050" dirty="0">
                <a:latin typeface="Calibri" panose="020F0502020204030204" pitchFamily="34" charset="0"/>
                <a:ea typeface="Calibri" panose="020F0502020204030204" pitchFamily="34" charset="0"/>
                <a:cs typeface="Calibri" panose="020F0502020204030204" pitchFamily="34" charset="0"/>
              </a:rPr>
              <a:t>, I am passionate about creating inclusive and accessible digital experiences that empower users of all abilities. </a:t>
            </a:r>
          </a:p>
          <a:p>
            <a:pPr marL="171450" indent="-171450" algn="just">
              <a:buFontTx/>
              <a:buChar char="-"/>
            </a:pPr>
            <a:r>
              <a:rPr lang="en-US" sz="1050" dirty="0">
                <a:latin typeface="Calibri" panose="020F0502020204030204" pitchFamily="34" charset="0"/>
                <a:ea typeface="Calibri" panose="020F0502020204030204" pitchFamily="34" charset="0"/>
                <a:cs typeface="Calibri" panose="020F0502020204030204" pitchFamily="34" charset="0"/>
              </a:rPr>
              <a:t>With a strong foundation in programming languages such as C, Java, Python, and C#, and hands-on experience in web technologies like HTML, CSS, and JavaScript, I specialize in developing and optimizing web and mobile applications that adhere to global accessibility standards including WCAG, ARIA, and iOS Accessibility.</a:t>
            </a:r>
          </a:p>
          <a:p>
            <a:pPr marL="171450" indent="-171450" algn="just">
              <a:buFontTx/>
              <a:buChar char="-"/>
            </a:pPr>
            <a:r>
              <a:rPr lang="en-US" sz="1050" dirty="0">
                <a:latin typeface="Calibri" panose="020F0502020204030204" pitchFamily="34" charset="0"/>
                <a:ea typeface="Calibri" panose="020F0502020204030204" pitchFamily="34" charset="0"/>
                <a:cs typeface="Calibri" panose="020F0502020204030204" pitchFamily="34" charset="0"/>
              </a:rPr>
              <a:t>My work in accessibility testing and remediation has deepened my understanding of user-centric design and inclusive development practices.</a:t>
            </a:r>
          </a:p>
          <a:p>
            <a:pPr marL="171450" indent="-171450" algn="just">
              <a:buFontTx/>
              <a:buChar char="-"/>
            </a:pPr>
            <a:r>
              <a:rPr lang="en-US" sz="1050" dirty="0">
                <a:latin typeface="Calibri" panose="020F0502020204030204" pitchFamily="34" charset="0"/>
                <a:ea typeface="Calibri" panose="020F0502020204030204" pitchFamily="34" charset="0"/>
                <a:cs typeface="Calibri" panose="020F0502020204030204" pitchFamily="34" charset="0"/>
              </a:rPr>
              <a:t>Proficient in database management and frameworks like </a:t>
            </a:r>
            <a:r>
              <a:rPr lang="en-US" sz="1050" dirty="0" err="1">
                <a:latin typeface="Calibri" panose="020F0502020204030204" pitchFamily="34" charset="0"/>
                <a:ea typeface="Calibri" panose="020F0502020204030204" pitchFamily="34" charset="0"/>
                <a:cs typeface="Calibri" panose="020F0502020204030204" pitchFamily="34" charset="0"/>
              </a:rPr>
              <a:t>ADO.Net</a:t>
            </a:r>
            <a:r>
              <a:rPr lang="en-US" sz="1050" dirty="0">
                <a:latin typeface="Calibri" panose="020F0502020204030204" pitchFamily="34" charset="0"/>
                <a:ea typeface="Calibri" panose="020F0502020204030204" pitchFamily="34" charset="0"/>
                <a:cs typeface="Calibri" panose="020F0502020204030204" pitchFamily="34" charset="0"/>
              </a:rPr>
              <a:t>, which support my backend development capabilities. Looking ahead, I aspire to become a full-stack developer and machine learning engineer, combining my technical expertise with a passion for innovation to build intelligent, scalable, and socially impactful solutions.</a:t>
            </a:r>
          </a:p>
          <a:p>
            <a:pPr marL="171450" indent="-171450" algn="just">
              <a:buFontTx/>
              <a:buChar char="-"/>
            </a:pPr>
            <a:r>
              <a:rPr lang="en-US" sz="1050" dirty="0">
                <a:latin typeface="Calibri" panose="020F0502020204030204" pitchFamily="34" charset="0"/>
                <a:ea typeface="Calibri" panose="020F0502020204030204" pitchFamily="34" charset="0"/>
                <a:cs typeface="Calibri" panose="020F0502020204030204" pitchFamily="34" charset="0"/>
              </a:rPr>
              <a:t> Committed to continuous learning, collaboration, and leveraging technology to solve real-world problems, especially those that improve digital equity and user experience across diverse platforms.</a:t>
            </a:r>
          </a:p>
        </p:txBody>
      </p:sp>
      <p:pic>
        <p:nvPicPr>
          <p:cNvPr id="11" name="Picture 10" descr="A blue text on a black background&#10;&#10;AI-generated content may be incorrect.">
            <a:extLst>
              <a:ext uri="{FF2B5EF4-FFF2-40B4-BE49-F238E27FC236}">
                <a16:creationId xmlns:a16="http://schemas.microsoft.com/office/drawing/2014/main" id="{2B9DBF47-9C20-87D8-28C2-630962B38C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31804" y="6241973"/>
            <a:ext cx="1733550" cy="5238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65DB5355-DD2A-2735-1E2D-8513BCD29299}"/>
              </a:ext>
            </a:extLst>
          </p:cNvPr>
          <p:cNvGraphicFramePr>
            <a:graphicFrameLocks noGrp="1"/>
          </p:cNvGraphicFramePr>
          <p:nvPr>
            <p:extLst>
              <p:ext uri="{D42A27DB-BD31-4B8C-83A1-F6EECF244321}">
                <p14:modId xmlns:p14="http://schemas.microsoft.com/office/powerpoint/2010/main" val="3440237456"/>
              </p:ext>
            </p:extLst>
          </p:nvPr>
        </p:nvGraphicFramePr>
        <p:xfrm>
          <a:off x="3230262" y="4734245"/>
          <a:ext cx="8535737" cy="197041"/>
        </p:xfrm>
        <a:graphic>
          <a:graphicData uri="http://schemas.openxmlformats.org/drawingml/2006/table">
            <a:tbl>
              <a:tblPr>
                <a:tableStyleId>{5C22544A-7EE6-4342-B048-85BDC9FD1C3A}</a:tableStyleId>
              </a:tblPr>
              <a:tblGrid>
                <a:gridCol w="8535737">
                  <a:extLst>
                    <a:ext uri="{9D8B030D-6E8A-4147-A177-3AD203B41FA5}">
                      <a16:colId xmlns:a16="http://schemas.microsoft.com/office/drawing/2014/main" val="1119335676"/>
                    </a:ext>
                  </a:extLst>
                </a:gridCol>
              </a:tblGrid>
              <a:tr h="149225">
                <a:tc>
                  <a:txBody>
                    <a:bodyPr/>
                    <a:lstStyle/>
                    <a:p>
                      <a:pPr algn="l" fontAlgn="base">
                        <a:lnSpc>
                          <a:spcPct val="115000"/>
                        </a:lnSpc>
                        <a:buNone/>
                      </a:pPr>
                      <a:r>
                        <a:rPr lang="en-US" sz="1200" b="1" u="none" dirty="0">
                          <a:effectLst/>
                        </a:rPr>
                        <a:t>Technical &amp; Domain Skills:</a:t>
                      </a:r>
                      <a:r>
                        <a:rPr lang="en-IN" sz="1200" b="1" u="none" dirty="0">
                          <a:effectLst/>
                        </a:rPr>
                        <a:t> </a:t>
                      </a:r>
                      <a:endParaRPr lang="en-IN" sz="1800" b="1"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36157486"/>
                  </a:ext>
                </a:extLst>
              </a:tr>
            </a:tbl>
          </a:graphicData>
        </a:graphic>
      </p:graphicFrame>
      <p:sp>
        <p:nvSpPr>
          <p:cNvPr id="13" name="Rectangle 1">
            <a:extLst>
              <a:ext uri="{FF2B5EF4-FFF2-40B4-BE49-F238E27FC236}">
                <a16:creationId xmlns:a16="http://schemas.microsoft.com/office/drawing/2014/main" id="{175FE25B-6ED0-8194-F69D-080F443D4780}"/>
              </a:ext>
            </a:extLst>
          </p:cNvPr>
          <p:cNvSpPr>
            <a:spLocks noChangeArrowheads="1"/>
          </p:cNvSpPr>
          <p:nvPr/>
        </p:nvSpPr>
        <p:spPr bwMode="auto">
          <a:xfrm>
            <a:off x="3383550" y="4880838"/>
            <a:ext cx="4795813"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lang="en-US" altLang="en-US" sz="1000" b="1" dirty="0">
                <a:latin typeface="Calibri" panose="020F0502020204030204" pitchFamily="34" charset="0"/>
                <a:ea typeface="Calibri" panose="020F0502020204030204" pitchFamily="34" charset="0"/>
                <a:cs typeface="Calibri" panose="020F0502020204030204" pitchFamily="34" charset="0"/>
              </a:rPr>
              <a:t>Programming Languages      :        </a:t>
            </a:r>
            <a:r>
              <a:rPr lang="en-IN" sz="1000" dirty="0">
                <a:latin typeface="Calibri" panose="020F0502020204030204" pitchFamily="34" charset="0"/>
                <a:ea typeface="Calibri" panose="020F0502020204030204" pitchFamily="34" charset="0"/>
                <a:cs typeface="Calibri" panose="020F0502020204030204" pitchFamily="34" charset="0"/>
              </a:rPr>
              <a:t>Java, Java-DSA, C#, C, Python, </a:t>
            </a:r>
            <a:r>
              <a:rPr lang="en-IN" sz="1000" dirty="0" err="1">
                <a:latin typeface="Calibri" panose="020F0502020204030204" pitchFamily="34" charset="0"/>
                <a:ea typeface="Calibri" panose="020F0502020204030204" pitchFamily="34" charset="0"/>
                <a:cs typeface="Calibri" panose="020F0502020204030204" pitchFamily="34" charset="0"/>
              </a:rPr>
              <a:t>React.Js</a:t>
            </a:r>
            <a:endParaRPr lang="en-IN" sz="1000" dirty="0">
              <a:latin typeface="Calibri" panose="020F0502020204030204" pitchFamily="34" charset="0"/>
              <a:ea typeface="Calibri" panose="020F0502020204030204" pitchFamily="34" charset="0"/>
              <a:cs typeface="Calibri" panose="020F0502020204030204" pitchFamily="34" charset="0"/>
            </a:endParaRPr>
          </a:p>
          <a:p>
            <a:pPr algn="just" eaLnBrk="0" fontAlgn="base" hangingPunct="0">
              <a:spcBef>
                <a:spcPct val="0"/>
              </a:spcBef>
              <a:spcAft>
                <a:spcPct val="0"/>
              </a:spcAft>
            </a:pPr>
            <a:r>
              <a:rPr lang="fr-FR" sz="1000" b="1" dirty="0">
                <a:latin typeface="Calibri" panose="020F0502020204030204" pitchFamily="34" charset="0"/>
                <a:ea typeface="Calibri" panose="020F0502020204030204" pitchFamily="34" charset="0"/>
                <a:cs typeface="Calibri" panose="020F0502020204030204" pitchFamily="34" charset="0"/>
              </a:rPr>
              <a:t>Web Technologies  </a:t>
            </a:r>
            <a:r>
              <a:rPr lang="fr-FR" sz="1000" dirty="0">
                <a:latin typeface="Calibri" panose="020F0502020204030204" pitchFamily="34" charset="0"/>
                <a:ea typeface="Calibri" panose="020F0502020204030204" pitchFamily="34" charset="0"/>
                <a:cs typeface="Calibri" panose="020F0502020204030204" pitchFamily="34" charset="0"/>
              </a:rPr>
              <a:t>              :        HTML, CSS, JavaScript </a:t>
            </a:r>
            <a:endParaRPr lang="en-US" altLang="en-US" sz="1000" b="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endParaRPr>
          </a:p>
          <a:p>
            <a:pPr algn="just" eaLnBrk="0" fontAlgn="base" hangingPunct="0">
              <a:spcBef>
                <a:spcPct val="0"/>
              </a:spcBef>
              <a:spcAft>
                <a:spcPct val="0"/>
              </a:spcAft>
            </a:pPr>
            <a:r>
              <a:rPr kumimoji="0" lang="en-US" altLang="en-US" sz="1000" b="1"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Frameworks             </a:t>
            </a:r>
            <a:r>
              <a:rPr kumimoji="0" lang="en-US" altLang="en-US" sz="1000" b="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              :</a:t>
            </a:r>
            <a:r>
              <a:rPr lang="en-US" altLang="en-US" sz="1000" dirty="0">
                <a:latin typeface="Calibri" panose="020F0502020204030204" pitchFamily="34" charset="0"/>
                <a:ea typeface="Calibri" panose="020F0502020204030204" pitchFamily="34" charset="0"/>
                <a:cs typeface="Calibri" panose="020F0502020204030204" pitchFamily="34" charset="0"/>
              </a:rPr>
              <a:t> </a:t>
            </a:r>
            <a:r>
              <a:rPr kumimoji="0" lang="en-US" altLang="en-US" sz="1000" b="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      </a:t>
            </a:r>
            <a:r>
              <a:rPr lang="en-US" altLang="en-US" sz="1000" dirty="0">
                <a:latin typeface="Calibri" panose="020F0502020204030204" pitchFamily="34" charset="0"/>
                <a:ea typeface="Calibri" panose="020F0502020204030204" pitchFamily="34" charset="0"/>
                <a:cs typeface="Calibri" panose="020F0502020204030204" pitchFamily="34" charset="0"/>
              </a:rPr>
              <a:t> </a:t>
            </a:r>
            <a:r>
              <a:rPr kumimoji="0" lang="en-US" altLang="en-US" sz="1000" b="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Ado.NET</a:t>
            </a:r>
            <a:endParaRPr lang="en-US" altLang="en-US" sz="1000" b="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endParaRPr>
          </a:p>
          <a:p>
            <a:pPr algn="just" eaLnBrk="0" fontAlgn="base" hangingPunct="0">
              <a:spcBef>
                <a:spcPct val="0"/>
              </a:spcBef>
              <a:spcAft>
                <a:spcPct val="0"/>
              </a:spcAft>
            </a:pPr>
            <a:r>
              <a:rPr lang="en-IN" sz="1000" b="1" dirty="0">
                <a:latin typeface="Calibri" panose="020F0502020204030204" pitchFamily="34" charset="0"/>
                <a:ea typeface="Calibri" panose="020F0502020204030204" pitchFamily="34" charset="0"/>
                <a:cs typeface="Calibri" panose="020F0502020204030204" pitchFamily="34" charset="0"/>
              </a:rPr>
              <a:t>Databases                </a:t>
            </a:r>
            <a:r>
              <a:rPr lang="en-IN" sz="1000" dirty="0">
                <a:latin typeface="Calibri" panose="020F0502020204030204" pitchFamily="34" charset="0"/>
                <a:ea typeface="Calibri" panose="020F0502020204030204" pitchFamily="34" charset="0"/>
                <a:cs typeface="Calibri" panose="020F0502020204030204" pitchFamily="34" charset="0"/>
              </a:rPr>
              <a:t>               :        SQL, MySQL, Oracle</a:t>
            </a:r>
          </a:p>
          <a:p>
            <a:pPr algn="just"/>
            <a:r>
              <a:rPr lang="en-IN" sz="1000" b="1" dirty="0">
                <a:latin typeface="Calibri" panose="020F0502020204030204" pitchFamily="34" charset="0"/>
                <a:ea typeface="Calibri" panose="020F0502020204030204" pitchFamily="34" charset="0"/>
                <a:cs typeface="Calibri" panose="020F0502020204030204" pitchFamily="34" charset="0"/>
              </a:rPr>
              <a:t>Testing Skills           </a:t>
            </a:r>
            <a:r>
              <a:rPr lang="en-IN" sz="1000" dirty="0">
                <a:latin typeface="Calibri" panose="020F0502020204030204" pitchFamily="34" charset="0"/>
                <a:ea typeface="Calibri" panose="020F0502020204030204" pitchFamily="34" charset="0"/>
                <a:cs typeface="Calibri" panose="020F0502020204030204" pitchFamily="34" charset="0"/>
              </a:rPr>
              <a:t>               :        Accessibility Testing</a:t>
            </a:r>
            <a:endParaRPr lang="en-IN" dirty="0">
              <a:latin typeface="Calibri" panose="020F0502020204030204" pitchFamily="34" charset="0"/>
              <a:ea typeface="Calibri" panose="020F0502020204030204" pitchFamily="34" charset="0"/>
              <a:cs typeface="Calibri" panose="020F0502020204030204" pitchFamily="34" charset="0"/>
            </a:endParaRPr>
          </a:p>
          <a:p>
            <a:pPr algn="just"/>
            <a:r>
              <a:rPr lang="en-IN" sz="1000" b="1" dirty="0">
                <a:latin typeface="Calibri" panose="020F0502020204030204" pitchFamily="34" charset="0"/>
                <a:ea typeface="Calibri" panose="020F0502020204030204" pitchFamily="34" charset="0"/>
                <a:cs typeface="Calibri" panose="020F0502020204030204" pitchFamily="34" charset="0"/>
              </a:rPr>
              <a:t>Tools                        </a:t>
            </a:r>
            <a:r>
              <a:rPr lang="en-IN" sz="1000" dirty="0">
                <a:latin typeface="Calibri" panose="020F0502020204030204" pitchFamily="34" charset="0"/>
                <a:ea typeface="Calibri" panose="020F0502020204030204" pitchFamily="34" charset="0"/>
                <a:cs typeface="Calibri" panose="020F0502020204030204" pitchFamily="34" charset="0"/>
              </a:rPr>
              <a:t>                :     </a:t>
            </a:r>
            <a:r>
              <a:rPr lang="en-IN" sz="1000" b="1" dirty="0">
                <a:latin typeface="Calibri" panose="020F0502020204030204" pitchFamily="34" charset="0"/>
                <a:ea typeface="Calibri" panose="020F0502020204030204" pitchFamily="34" charset="0"/>
                <a:cs typeface="Calibri" panose="020F0502020204030204" pitchFamily="34" charset="0"/>
              </a:rPr>
              <a:t>   </a:t>
            </a:r>
            <a:r>
              <a:rPr lang="en-IN" sz="1000" dirty="0">
                <a:latin typeface="Calibri" panose="020F0502020204030204" pitchFamily="34" charset="0"/>
                <a:ea typeface="Calibri" panose="020F0502020204030204" pitchFamily="34" charset="0"/>
                <a:cs typeface="Calibri" panose="020F0502020204030204" pitchFamily="34" charset="0"/>
              </a:rPr>
              <a:t>GitHub, Postman</a:t>
            </a:r>
            <a:endParaRPr lang="en-IN" dirty="0">
              <a:latin typeface="Calibri" panose="020F0502020204030204" pitchFamily="34" charset="0"/>
              <a:ea typeface="Calibri" panose="020F0502020204030204" pitchFamily="34" charset="0"/>
              <a:cs typeface="Calibri" panose="020F0502020204030204" pitchFamily="34" charset="0"/>
            </a:endParaRPr>
          </a:p>
          <a:p>
            <a:pPr algn="just"/>
            <a:r>
              <a:rPr lang="en-IN" sz="1000" b="1" dirty="0">
                <a:latin typeface="Calibri" panose="020F0502020204030204" pitchFamily="34" charset="0"/>
                <a:ea typeface="Calibri" panose="020F0502020204030204" pitchFamily="34" charset="0"/>
                <a:cs typeface="Calibri" panose="020F0502020204030204" pitchFamily="34" charset="0"/>
              </a:rPr>
              <a:t>Accessibility           </a:t>
            </a:r>
            <a:r>
              <a:rPr lang="en-IN" sz="1000" dirty="0">
                <a:latin typeface="Calibri" panose="020F0502020204030204" pitchFamily="34" charset="0"/>
                <a:ea typeface="Calibri" panose="020F0502020204030204" pitchFamily="34" charset="0"/>
                <a:cs typeface="Calibri" panose="020F0502020204030204" pitchFamily="34" charset="0"/>
              </a:rPr>
              <a:t>                :        Aria features, WCAG Guidelines</a:t>
            </a:r>
            <a:endParaRPr lang="en-IN" dirty="0">
              <a:latin typeface="Calibri" panose="020F0502020204030204" pitchFamily="34" charset="0"/>
              <a:ea typeface="Calibri" panose="020F0502020204030204" pitchFamily="34" charset="0"/>
              <a:cs typeface="Calibri" panose="020F0502020204030204" pitchFamily="34" charset="0"/>
            </a:endParaRPr>
          </a:p>
          <a:p>
            <a:pPr algn="just"/>
            <a:r>
              <a:rPr lang="en-IN" sz="1000" b="1" dirty="0">
                <a:latin typeface="Calibri" panose="020F0502020204030204" pitchFamily="34" charset="0"/>
                <a:ea typeface="Calibri" panose="020F0502020204030204" pitchFamily="34" charset="0"/>
                <a:cs typeface="Calibri" panose="020F0502020204030204" pitchFamily="34" charset="0"/>
              </a:rPr>
              <a:t>Test Management Tools      :         </a:t>
            </a:r>
            <a:r>
              <a:rPr lang="en-IN" sz="1000" dirty="0">
                <a:latin typeface="Calibri" panose="020F0502020204030204" pitchFamily="34" charset="0"/>
                <a:ea typeface="Calibri" panose="020F0502020204030204" pitchFamily="34" charset="0"/>
                <a:cs typeface="Calibri" panose="020F0502020204030204" pitchFamily="34" charset="0"/>
              </a:rPr>
              <a:t>NVDA, Talk Back, Accessibility Scanner(Android)</a:t>
            </a:r>
            <a:endParaRPr lang="en-IN" dirty="0">
              <a:latin typeface="Calibri" panose="020F0502020204030204" pitchFamily="34" charset="0"/>
              <a:ea typeface="Calibri" panose="020F0502020204030204" pitchFamily="34" charset="0"/>
              <a:cs typeface="Calibri" panose="020F0502020204030204" pitchFamily="34" charset="0"/>
            </a:endParaRPr>
          </a:p>
          <a:p>
            <a:pPr algn="just"/>
            <a:r>
              <a:rPr lang="en-IN" sz="1000" b="1" dirty="0">
                <a:latin typeface="Calibri" panose="020F0502020204030204" pitchFamily="34" charset="0"/>
                <a:ea typeface="Calibri" panose="020F0502020204030204" pitchFamily="34" charset="0"/>
                <a:cs typeface="Calibri" panose="020F0502020204030204" pitchFamily="34" charset="0"/>
              </a:rPr>
              <a:t>Operating System                 :        </a:t>
            </a:r>
            <a:r>
              <a:rPr lang="en-IN" sz="1000" dirty="0">
                <a:latin typeface="Calibri" panose="020F0502020204030204" pitchFamily="34" charset="0"/>
                <a:ea typeface="Calibri" panose="020F0502020204030204" pitchFamily="34" charset="0"/>
                <a:cs typeface="Calibri" panose="020F0502020204030204" pitchFamily="34" charset="0"/>
              </a:rPr>
              <a:t>Windows, Linux, Kali Linux</a:t>
            </a:r>
            <a:endParaRPr lang="en-IN" dirty="0">
              <a:latin typeface="Calibri" panose="020F0502020204030204" pitchFamily="34" charset="0"/>
              <a:ea typeface="Calibri" panose="020F0502020204030204" pitchFamily="34" charset="0"/>
              <a:cs typeface="Calibri" panose="020F0502020204030204" pitchFamily="34" charset="0"/>
            </a:endParaRPr>
          </a:p>
          <a:p>
            <a:pPr algn="just">
              <a:spcBef>
                <a:spcPct val="0"/>
              </a:spcBef>
              <a:spcAft>
                <a:spcPct val="0"/>
              </a:spcAft>
            </a:pPr>
            <a:endParaRPr lang="en-IN" sz="1000" dirty="0">
              <a:latin typeface="Calibri" panose="020F0502020204030204" pitchFamily="34" charset="0"/>
              <a:ea typeface="Calibri" panose="020F0502020204030204" pitchFamily="34" charset="0"/>
              <a:cs typeface="Calibri" panose="020F0502020204030204" pitchFamily="34" charset="0"/>
            </a:endParaRPr>
          </a:p>
          <a:p>
            <a:pPr algn="just">
              <a:spcBef>
                <a:spcPct val="0"/>
              </a:spcBef>
              <a:spcAft>
                <a:spcPct val="0"/>
              </a:spcAft>
            </a:pPr>
            <a:endParaRPr lang="en-IN" sz="1000" dirty="0">
              <a:latin typeface="Calibri" panose="020F0502020204030204" pitchFamily="34" charset="0"/>
              <a:ea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9E07CA88-E45A-5751-64DB-F50C73B7F8EE}"/>
              </a:ext>
            </a:extLst>
          </p:cNvPr>
          <p:cNvSpPr/>
          <p:nvPr/>
        </p:nvSpPr>
        <p:spPr>
          <a:xfrm>
            <a:off x="767201" y="434149"/>
            <a:ext cx="1553968" cy="1477491"/>
          </a:xfrm>
          <a:prstGeom prst="ellipse">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2" name="Table 11">
            <a:extLst>
              <a:ext uri="{FF2B5EF4-FFF2-40B4-BE49-F238E27FC236}">
                <a16:creationId xmlns:a16="http://schemas.microsoft.com/office/drawing/2014/main" id="{86BC0229-476C-777C-0DBF-DF3F612D5F62}"/>
              </a:ext>
            </a:extLst>
          </p:cNvPr>
          <p:cNvGraphicFramePr>
            <a:graphicFrameLocks noGrp="1"/>
          </p:cNvGraphicFramePr>
          <p:nvPr>
            <p:extLst>
              <p:ext uri="{D42A27DB-BD31-4B8C-83A1-F6EECF244321}">
                <p14:modId xmlns:p14="http://schemas.microsoft.com/office/powerpoint/2010/main" val="825906085"/>
              </p:ext>
            </p:extLst>
          </p:nvPr>
        </p:nvGraphicFramePr>
        <p:xfrm>
          <a:off x="3230267" y="3132666"/>
          <a:ext cx="8535737" cy="197041"/>
        </p:xfrm>
        <a:graphic>
          <a:graphicData uri="http://schemas.openxmlformats.org/drawingml/2006/table">
            <a:tbl>
              <a:tblPr>
                <a:tableStyleId>{5C22544A-7EE6-4342-B048-85BDC9FD1C3A}</a:tableStyleId>
              </a:tblPr>
              <a:tblGrid>
                <a:gridCol w="8535737">
                  <a:extLst>
                    <a:ext uri="{9D8B030D-6E8A-4147-A177-3AD203B41FA5}">
                      <a16:colId xmlns:a16="http://schemas.microsoft.com/office/drawing/2014/main" val="1119335676"/>
                    </a:ext>
                  </a:extLst>
                </a:gridCol>
              </a:tblGrid>
              <a:tr h="149225">
                <a:tc>
                  <a:txBody>
                    <a:bodyPr/>
                    <a:lstStyle/>
                    <a:p>
                      <a:pPr algn="l" fontAlgn="base">
                        <a:lnSpc>
                          <a:spcPct val="115000"/>
                        </a:lnSpc>
                        <a:buNone/>
                      </a:pPr>
                      <a:r>
                        <a:rPr lang="en-US" sz="1200" b="1" u="none" dirty="0">
                          <a:effectLst/>
                        </a:rPr>
                        <a:t>Achievements:</a:t>
                      </a:r>
                      <a:r>
                        <a:rPr lang="en-IN" sz="1200" b="1" u="none" dirty="0">
                          <a:effectLst/>
                        </a:rPr>
                        <a:t> </a:t>
                      </a:r>
                      <a:endParaRPr lang="en-IN" sz="1800" b="1"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36157486"/>
                  </a:ext>
                </a:extLst>
              </a:tr>
            </a:tbl>
          </a:graphicData>
        </a:graphic>
      </p:graphicFrame>
      <p:graphicFrame>
        <p:nvGraphicFramePr>
          <p:cNvPr id="14" name="Table 13">
            <a:extLst>
              <a:ext uri="{FF2B5EF4-FFF2-40B4-BE49-F238E27FC236}">
                <a16:creationId xmlns:a16="http://schemas.microsoft.com/office/drawing/2014/main" id="{13C0084B-E459-5334-6609-222A02F7ED38}"/>
              </a:ext>
            </a:extLst>
          </p:cNvPr>
          <p:cNvGraphicFramePr>
            <a:graphicFrameLocks noGrp="1"/>
          </p:cNvGraphicFramePr>
          <p:nvPr>
            <p:extLst>
              <p:ext uri="{D42A27DB-BD31-4B8C-83A1-F6EECF244321}">
                <p14:modId xmlns:p14="http://schemas.microsoft.com/office/powerpoint/2010/main" val="2471937332"/>
              </p:ext>
            </p:extLst>
          </p:nvPr>
        </p:nvGraphicFramePr>
        <p:xfrm>
          <a:off x="3230263" y="2628289"/>
          <a:ext cx="8535737" cy="197041"/>
        </p:xfrm>
        <a:graphic>
          <a:graphicData uri="http://schemas.openxmlformats.org/drawingml/2006/table">
            <a:tbl>
              <a:tblPr>
                <a:tableStyleId>{5C22544A-7EE6-4342-B048-85BDC9FD1C3A}</a:tableStyleId>
              </a:tblPr>
              <a:tblGrid>
                <a:gridCol w="8535737">
                  <a:extLst>
                    <a:ext uri="{9D8B030D-6E8A-4147-A177-3AD203B41FA5}">
                      <a16:colId xmlns:a16="http://schemas.microsoft.com/office/drawing/2014/main" val="1119335676"/>
                    </a:ext>
                  </a:extLst>
                </a:gridCol>
              </a:tblGrid>
              <a:tr h="149225">
                <a:tc>
                  <a:txBody>
                    <a:bodyPr/>
                    <a:lstStyle/>
                    <a:p>
                      <a:pPr algn="l" fontAlgn="base">
                        <a:lnSpc>
                          <a:spcPct val="115000"/>
                        </a:lnSpc>
                        <a:buNone/>
                      </a:pPr>
                      <a:r>
                        <a:rPr lang="en-US" sz="1200" b="1" u="none" dirty="0">
                          <a:effectLst/>
                        </a:rPr>
                        <a:t>Educational Qualification:</a:t>
                      </a:r>
                      <a:r>
                        <a:rPr lang="en-IN" sz="1200" b="1" u="none" dirty="0">
                          <a:effectLst/>
                        </a:rPr>
                        <a:t> </a:t>
                      </a:r>
                      <a:endParaRPr lang="en-IN" sz="1800" b="1"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36157486"/>
                  </a:ext>
                </a:extLst>
              </a:tr>
            </a:tbl>
          </a:graphicData>
        </a:graphic>
      </p:graphicFrame>
      <p:graphicFrame>
        <p:nvGraphicFramePr>
          <p:cNvPr id="15" name="Table 14">
            <a:extLst>
              <a:ext uri="{FF2B5EF4-FFF2-40B4-BE49-F238E27FC236}">
                <a16:creationId xmlns:a16="http://schemas.microsoft.com/office/drawing/2014/main" id="{E80A534D-9EF3-A6BC-6D77-3B66052FAC0A}"/>
              </a:ext>
            </a:extLst>
          </p:cNvPr>
          <p:cNvGraphicFramePr>
            <a:graphicFrameLocks noGrp="1"/>
          </p:cNvGraphicFramePr>
          <p:nvPr>
            <p:extLst>
              <p:ext uri="{D42A27DB-BD31-4B8C-83A1-F6EECF244321}">
                <p14:modId xmlns:p14="http://schemas.microsoft.com/office/powerpoint/2010/main" val="1649538390"/>
              </p:ext>
            </p:extLst>
          </p:nvPr>
        </p:nvGraphicFramePr>
        <p:xfrm>
          <a:off x="3230265" y="523959"/>
          <a:ext cx="8535737" cy="197041"/>
        </p:xfrm>
        <a:graphic>
          <a:graphicData uri="http://schemas.openxmlformats.org/drawingml/2006/table">
            <a:tbl>
              <a:tblPr>
                <a:tableStyleId>{5C22544A-7EE6-4342-B048-85BDC9FD1C3A}</a:tableStyleId>
              </a:tblPr>
              <a:tblGrid>
                <a:gridCol w="8535737">
                  <a:extLst>
                    <a:ext uri="{9D8B030D-6E8A-4147-A177-3AD203B41FA5}">
                      <a16:colId xmlns:a16="http://schemas.microsoft.com/office/drawing/2014/main" val="1119335676"/>
                    </a:ext>
                  </a:extLst>
                </a:gridCol>
              </a:tblGrid>
              <a:tr h="149225">
                <a:tc>
                  <a:txBody>
                    <a:bodyPr/>
                    <a:lstStyle/>
                    <a:p>
                      <a:pPr algn="l" fontAlgn="base">
                        <a:lnSpc>
                          <a:spcPct val="115000"/>
                        </a:lnSpc>
                        <a:buNone/>
                      </a:pPr>
                      <a:r>
                        <a:rPr lang="en-US" sz="1200" b="1" u="none" dirty="0">
                          <a:effectLst/>
                        </a:rPr>
                        <a:t>Profile:</a:t>
                      </a:r>
                      <a:r>
                        <a:rPr lang="en-IN" sz="1200" b="1" u="none" dirty="0">
                          <a:effectLst/>
                        </a:rPr>
                        <a:t> </a:t>
                      </a:r>
                      <a:endParaRPr lang="en-IN" sz="1800" b="1"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36157486"/>
                  </a:ext>
                </a:extLst>
              </a:tr>
            </a:tbl>
          </a:graphicData>
        </a:graphic>
      </p:graphicFrame>
      <p:graphicFrame>
        <p:nvGraphicFramePr>
          <p:cNvPr id="16" name="Table 15">
            <a:extLst>
              <a:ext uri="{FF2B5EF4-FFF2-40B4-BE49-F238E27FC236}">
                <a16:creationId xmlns:a16="http://schemas.microsoft.com/office/drawing/2014/main" id="{7E28CF07-EF78-FBB3-0BAC-FA6056A776DE}"/>
              </a:ext>
            </a:extLst>
          </p:cNvPr>
          <p:cNvGraphicFramePr>
            <a:graphicFrameLocks noGrp="1"/>
          </p:cNvGraphicFramePr>
          <p:nvPr>
            <p:extLst>
              <p:ext uri="{D42A27DB-BD31-4B8C-83A1-F6EECF244321}">
                <p14:modId xmlns:p14="http://schemas.microsoft.com/office/powerpoint/2010/main" val="3615671210"/>
              </p:ext>
            </p:extLst>
          </p:nvPr>
        </p:nvGraphicFramePr>
        <p:xfrm>
          <a:off x="3230262" y="3934515"/>
          <a:ext cx="8535737" cy="197041"/>
        </p:xfrm>
        <a:graphic>
          <a:graphicData uri="http://schemas.openxmlformats.org/drawingml/2006/table">
            <a:tbl>
              <a:tblPr>
                <a:tableStyleId>{5C22544A-7EE6-4342-B048-85BDC9FD1C3A}</a:tableStyleId>
              </a:tblPr>
              <a:tblGrid>
                <a:gridCol w="8535737">
                  <a:extLst>
                    <a:ext uri="{9D8B030D-6E8A-4147-A177-3AD203B41FA5}">
                      <a16:colId xmlns:a16="http://schemas.microsoft.com/office/drawing/2014/main" val="1119335676"/>
                    </a:ext>
                  </a:extLst>
                </a:gridCol>
              </a:tblGrid>
              <a:tr h="149225">
                <a:tc>
                  <a:txBody>
                    <a:bodyPr/>
                    <a:lstStyle/>
                    <a:p>
                      <a:pPr algn="l" fontAlgn="base">
                        <a:lnSpc>
                          <a:spcPct val="115000"/>
                        </a:lnSpc>
                        <a:buNone/>
                      </a:pPr>
                      <a:r>
                        <a:rPr lang="en-US" sz="1200" b="1" u="none" dirty="0">
                          <a:effectLst/>
                        </a:rPr>
                        <a:t>Projects:</a:t>
                      </a:r>
                      <a:r>
                        <a:rPr lang="en-IN" sz="1200" b="1" u="none" dirty="0">
                          <a:effectLst/>
                        </a:rPr>
                        <a:t> </a:t>
                      </a:r>
                      <a:endParaRPr lang="en-IN" sz="1800" b="1"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36157486"/>
                  </a:ext>
                </a:extLst>
              </a:tr>
            </a:tbl>
          </a:graphicData>
        </a:graphic>
      </p:graphicFrame>
      <p:graphicFrame>
        <p:nvGraphicFramePr>
          <p:cNvPr id="17" name="Table 16">
            <a:extLst>
              <a:ext uri="{FF2B5EF4-FFF2-40B4-BE49-F238E27FC236}">
                <a16:creationId xmlns:a16="http://schemas.microsoft.com/office/drawing/2014/main" id="{8283360D-5119-C7AF-8E42-68CB6B7E3E40}"/>
              </a:ext>
            </a:extLst>
          </p:cNvPr>
          <p:cNvGraphicFramePr>
            <a:graphicFrameLocks noGrp="1"/>
          </p:cNvGraphicFramePr>
          <p:nvPr>
            <p:extLst>
              <p:ext uri="{D42A27DB-BD31-4B8C-83A1-F6EECF244321}">
                <p14:modId xmlns:p14="http://schemas.microsoft.com/office/powerpoint/2010/main" val="1755647657"/>
              </p:ext>
            </p:extLst>
          </p:nvPr>
        </p:nvGraphicFramePr>
        <p:xfrm>
          <a:off x="205190" y="1982595"/>
          <a:ext cx="2952046" cy="180594"/>
        </p:xfrm>
        <a:graphic>
          <a:graphicData uri="http://schemas.openxmlformats.org/drawingml/2006/table">
            <a:tbl>
              <a:tblPr>
                <a:tableStyleId>{5C22544A-7EE6-4342-B048-85BDC9FD1C3A}</a:tableStyleId>
              </a:tblPr>
              <a:tblGrid>
                <a:gridCol w="2952046">
                  <a:extLst>
                    <a:ext uri="{9D8B030D-6E8A-4147-A177-3AD203B41FA5}">
                      <a16:colId xmlns:a16="http://schemas.microsoft.com/office/drawing/2014/main" val="1119335676"/>
                    </a:ext>
                  </a:extLst>
                </a:gridCol>
              </a:tblGrid>
              <a:tr h="149225">
                <a:tc>
                  <a:txBody>
                    <a:bodyPr/>
                    <a:lstStyle/>
                    <a:p>
                      <a:pPr algn="l" fontAlgn="base">
                        <a:lnSpc>
                          <a:spcPct val="115000"/>
                        </a:lnSpc>
                        <a:buNone/>
                      </a:pPr>
                      <a:r>
                        <a:rPr lang="en-US" sz="1100" b="1" u="none" dirty="0">
                          <a:effectLst/>
                        </a:rPr>
                        <a:t>Sai Kumar Seepana – Program Analyst Trainee</a:t>
                      </a:r>
                      <a:endParaRPr lang="en-IN" sz="1600" b="1"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36157486"/>
                  </a:ext>
                </a:extLst>
              </a:tr>
            </a:tbl>
          </a:graphicData>
        </a:graphic>
      </p:graphicFrame>
      <p:sp>
        <p:nvSpPr>
          <p:cNvPr id="18" name="Rectangle 17">
            <a:extLst>
              <a:ext uri="{FF2B5EF4-FFF2-40B4-BE49-F238E27FC236}">
                <a16:creationId xmlns:a16="http://schemas.microsoft.com/office/drawing/2014/main" id="{291ED2B1-41C4-4816-FB54-474A77A236A1}"/>
              </a:ext>
            </a:extLst>
          </p:cNvPr>
          <p:cNvSpPr/>
          <p:nvPr/>
        </p:nvSpPr>
        <p:spPr>
          <a:xfrm>
            <a:off x="3396681" y="3356830"/>
            <a:ext cx="8079326" cy="161583"/>
          </a:xfrm>
          <a:prstGeom prst="rect">
            <a:avLst/>
          </a:prstGeom>
        </p:spPr>
        <p:txBody>
          <a:bodyPr wrap="square" lIns="0" tIns="0" rIns="0" bIns="0" numCol="1" anchor="t" anchorCtr="0">
            <a:spAutoFit/>
          </a:bodyPr>
          <a:lstStyle/>
          <a:p>
            <a:pPr fontAlgn="base"/>
            <a:r>
              <a:rPr lang="en-US" sz="1050" b="1" dirty="0">
                <a:latin typeface="Calibri" panose="020F0502020204030204" pitchFamily="34" charset="0"/>
                <a:ea typeface="Calibri" panose="020F0502020204030204" pitchFamily="34" charset="0"/>
                <a:cs typeface="Calibri" panose="020F0502020204030204" pitchFamily="34" charset="0"/>
              </a:rPr>
              <a:t>Youngest Achiever Award – Moment Content Ops</a:t>
            </a:r>
          </a:p>
        </p:txBody>
      </p:sp>
      <p:sp>
        <p:nvSpPr>
          <p:cNvPr id="20" name="TextBox 19">
            <a:extLst>
              <a:ext uri="{FF2B5EF4-FFF2-40B4-BE49-F238E27FC236}">
                <a16:creationId xmlns:a16="http://schemas.microsoft.com/office/drawing/2014/main" id="{2863F3C3-F74F-BA10-47F0-88BCC8BBC8DE}"/>
              </a:ext>
            </a:extLst>
          </p:cNvPr>
          <p:cNvSpPr txBox="1"/>
          <p:nvPr/>
        </p:nvSpPr>
        <p:spPr>
          <a:xfrm>
            <a:off x="3432169" y="3487914"/>
            <a:ext cx="8333831" cy="400110"/>
          </a:xfrm>
          <a:prstGeom prst="rect">
            <a:avLst/>
          </a:prstGeom>
          <a:noFill/>
        </p:spPr>
        <p:txBody>
          <a:bodyPr wrap="square" lIns="91440" tIns="45720" rIns="91440" bIns="45720" rtlCol="0" anchor="t">
            <a:spAutoFit/>
          </a:bodyPr>
          <a:lstStyle/>
          <a:p>
            <a:pPr algn="just"/>
            <a:r>
              <a:rPr lang="en-US" sz="1000" dirty="0"/>
              <a:t>Recipient of the "Youngest Achiever Award" for the Moment Content OPS. This recognition was awarded for exceptional performance, rapid upskilling in AEM migration workflows, and maintaining a high standard of quality in functional testing for the Novo project.</a:t>
            </a:r>
            <a:endParaRPr lang="en-US" sz="500" dirty="0">
              <a:latin typeface="Calibri" panose="020F0502020204030204" pitchFamily="34" charset="0"/>
              <a:ea typeface="Calibri" panose="020F0502020204030204" pitchFamily="34" charset="0"/>
              <a:cs typeface="Calibri" panose="020F0502020204030204" pitchFamily="34" charset="0"/>
            </a:endParaRPr>
          </a:p>
        </p:txBody>
      </p:sp>
      <p:sp>
        <p:nvSpPr>
          <p:cNvPr id="22" name="Rectangle 21">
            <a:extLst>
              <a:ext uri="{FF2B5EF4-FFF2-40B4-BE49-F238E27FC236}">
                <a16:creationId xmlns:a16="http://schemas.microsoft.com/office/drawing/2014/main" id="{A7C19E65-4C6A-A7C3-0F98-C98853323BDF}"/>
              </a:ext>
            </a:extLst>
          </p:cNvPr>
          <p:cNvSpPr/>
          <p:nvPr/>
        </p:nvSpPr>
        <p:spPr>
          <a:xfrm>
            <a:off x="3383550" y="4154560"/>
            <a:ext cx="8079326" cy="161583"/>
          </a:xfrm>
          <a:prstGeom prst="rect">
            <a:avLst/>
          </a:prstGeom>
        </p:spPr>
        <p:txBody>
          <a:bodyPr wrap="square" lIns="0" tIns="0" rIns="0" bIns="0" numCol="1" anchor="t" anchorCtr="0">
            <a:spAutoFit/>
          </a:bodyPr>
          <a:lstStyle/>
          <a:p>
            <a:pPr fontAlgn="base"/>
            <a:r>
              <a:rPr lang="en-US" sz="1050" b="1" dirty="0"/>
              <a:t>AEM Forms Migration: Functional Testing</a:t>
            </a:r>
          </a:p>
        </p:txBody>
      </p:sp>
      <p:sp>
        <p:nvSpPr>
          <p:cNvPr id="24" name="TextBox 23">
            <a:extLst>
              <a:ext uri="{FF2B5EF4-FFF2-40B4-BE49-F238E27FC236}">
                <a16:creationId xmlns:a16="http://schemas.microsoft.com/office/drawing/2014/main" id="{57319347-BECC-8340-9DEB-9ED4E937A13F}"/>
              </a:ext>
            </a:extLst>
          </p:cNvPr>
          <p:cNvSpPr txBox="1"/>
          <p:nvPr/>
        </p:nvSpPr>
        <p:spPr>
          <a:xfrm>
            <a:off x="3458468" y="4276333"/>
            <a:ext cx="8565639" cy="415498"/>
          </a:xfrm>
          <a:prstGeom prst="rect">
            <a:avLst/>
          </a:prstGeom>
          <a:noFill/>
        </p:spPr>
        <p:txBody>
          <a:bodyPr wrap="square" lIns="91440" tIns="45720" rIns="91440" bIns="45720" rtlCol="0" anchor="t">
            <a:spAutoFit/>
          </a:bodyPr>
          <a:lstStyle/>
          <a:p>
            <a:pPr fontAlgn="base"/>
            <a:r>
              <a:rPr lang="en-US" sz="1000" dirty="0"/>
              <a:t>Executed end-to-end functional testing for the migration of legacy form pages to Adobe Experience Manager (AEM). Validated feature parity between old and new systems, managed the full defect lifecycle in Azure DevOps (ADO), and ensured 100% logic accuracy for live deployment.</a:t>
            </a:r>
          </a:p>
        </p:txBody>
      </p:sp>
    </p:spTree>
    <p:extLst>
      <p:ext uri="{BB962C8B-B14F-4D97-AF65-F5344CB8AC3E}">
        <p14:creationId xmlns:p14="http://schemas.microsoft.com/office/powerpoint/2010/main" val="3854828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519</Words>
  <Application>Microsoft Office PowerPoint</Application>
  <PresentationFormat>Widescreen</PresentationFormat>
  <Paragraphs>34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Company>Cognizant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Afshan Jabeena, Mohammed (Cognizant)</dc:creator>
  <cp:lastModifiedBy>Seepana, Sai Kumar (Cognizant)</cp:lastModifiedBy>
  <cp:revision>59</cp:revision>
  <dcterms:created xsi:type="dcterms:W3CDTF">2023-07-24T12:06:18Z</dcterms:created>
  <dcterms:modified xsi:type="dcterms:W3CDTF">2026-05-06T10:04:36Z</dcterms:modified>
</cp:coreProperties>
</file>